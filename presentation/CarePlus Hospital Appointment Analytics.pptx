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DF817-B181-E307-9D66-3AE1E7AB9D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B7B86E-3E23-F088-F977-49F3D519FC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D9236-2C53-8774-A2D3-7FE2DBD53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24747-57A7-47F3-8A1F-F02D2E5E5725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A9DB9-0DBC-ED3B-DAC9-6C37E545B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FA37B-BB2E-3FE2-647A-F1A4C9874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EAE19-DD39-4BEB-BA43-2BFA2726E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076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096AE-72B5-1E84-9BFD-3F1BB3333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2CE0F-42AD-75AF-8892-178A02E11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D9C99-4BAB-46D5-971C-1020038C5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24747-57A7-47F3-8A1F-F02D2E5E5725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D47E6-4018-B863-94B9-7707623BE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4611E-A511-6E00-EE9D-A06A0280F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EAE19-DD39-4BEB-BA43-2BFA2726E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8892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936C9-6B1E-BC99-636F-C17D13366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993CEF-14BC-D487-DEC0-4087A7CA7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18D2D-F53A-BAF3-B6E2-59E4E3098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24747-57A7-47F3-8A1F-F02D2E5E5725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AF306-A16A-FA25-7F80-CF3B50206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2772B-0CE0-5584-D2CF-3E66A387F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EAE19-DD39-4BEB-BA43-2BFA2726E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77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9FEFA-0F14-527B-AAB7-08AA8597C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1D300-67B9-819C-C50F-153D4CA9EE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668248-E66E-7FF1-472F-78F186E28E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D635E-A40C-B12F-967A-1B742ED27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24747-57A7-47F3-8A1F-F02D2E5E5725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BE7C1C-2A3C-78DA-E3A9-846962E0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696B3-EF1B-695B-A630-1B436DAC2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EAE19-DD39-4BEB-BA43-2BFA2726E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114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EF069-2776-8A7E-DBFD-FFF78BAB2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400D56-395C-2E21-5A86-73A2D8549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5B609C-AB85-0869-B52E-8D35093DF5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8B8D36-8111-F45D-B655-76E3DB9B9A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C7B667-4791-9D95-ACD8-54198E3570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0B9563-2471-F32B-151D-A5F9A81AA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24747-57A7-47F3-8A1F-F02D2E5E5725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830BFD-D5B3-E195-F88E-4FB954750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4CFDA2-96C6-B5D5-A69C-71A845F68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EAE19-DD39-4BEB-BA43-2BFA2726E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400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06BCC-37AB-4C06-6EF6-EB5D5600B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7A22D9-3F93-3731-C7BC-E4331C47B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24747-57A7-47F3-8A1F-F02D2E5E5725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D682B0-7547-365C-F181-92CD87DCF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F74C1C-F71E-2BA7-F60C-C81EC0735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EAE19-DD39-4BEB-BA43-2BFA2726E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371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EB3CA7-99F3-9129-ABA0-4BD747390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24747-57A7-47F3-8A1F-F02D2E5E5725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C0BA0A-C9F9-91D2-C123-55775D75E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22667-E746-8DFD-0999-749C6EA79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EAE19-DD39-4BEB-BA43-2BFA2726E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406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4CA06-5B12-81EB-71F8-F4158E4C8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D5C52-5213-0E15-1A31-F73A3C252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63E82D-A1A0-F328-577D-7802D906F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47C010-4EF2-7971-32A4-54F6A0BB7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24747-57A7-47F3-8A1F-F02D2E5E5725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35B25-642C-E646-9F35-BA40002F4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5F2D6F-FE74-26EE-19A4-531D10541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EAE19-DD39-4BEB-BA43-2BFA2726E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527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41EFC-DACE-580C-11C8-99CED2945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065F05-821A-53E8-44BE-F94DD2B4BD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8FA145-6FFD-09DF-F65B-4592F6C644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A31EA9-BC26-D095-9E6D-6FA7A86E7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24747-57A7-47F3-8A1F-F02D2E5E5725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101BA4-EA64-347E-E2AA-34E8C1BA8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0FCC85-9705-5724-3E20-91E8FD2CE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EAE19-DD39-4BEB-BA43-2BFA2726E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6345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E12ED-7279-1823-477E-053ED1764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BB0CA4-7AEF-61E7-7EA9-5C81A0A28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95F13-3126-D310-00DF-A3901404C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24747-57A7-47F3-8A1F-F02D2E5E5725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DDF70-4D31-17EB-27E2-972DA3F19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B82F3-3B61-A027-949A-2340A2732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EAE19-DD39-4BEB-BA43-2BFA2726E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9056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FCFB36-E0C4-1368-64D9-CC64E54DE9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34AEE7-4A10-4883-30AC-C943578C84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98038-47D8-972B-29FD-2262B2E4A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24747-57A7-47F3-8A1F-F02D2E5E5725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B8B77-921A-5CFE-7A2F-EECDD092C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91C57-E5E9-3064-60C3-10C411307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EAE19-DD39-4BEB-BA43-2BFA2726E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773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D16FBC-358A-028B-6964-875A653B4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3789C5-A47C-4214-5B2F-FFD2944B0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58072-D1EA-877E-0BCE-8AA5EE3C8E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524747-57A7-47F3-8A1F-F02D2E5E5725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8AEA1-F1ED-DC90-CE9D-6BB4B4985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AE530-79EE-9C04-C031-C556ED5C52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6EAE19-DD39-4BEB-BA43-2BFA2726E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52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9F184-CA41-A8EE-2A11-03F9E10906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err="1"/>
              <a:t>CarePlus</a:t>
            </a:r>
            <a:r>
              <a:rPr lang="en-IN" b="1" dirty="0"/>
              <a:t> Hospital Appointment Analytics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53BE94-3251-AC92-1FD3-A751A761D3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dirty="0"/>
              <a:t>Presented by:</a:t>
            </a:r>
            <a:r>
              <a:rPr lang="en-IN" dirty="0"/>
              <a:t> Bala </a:t>
            </a:r>
            <a:r>
              <a:rPr lang="en-IN" dirty="0" err="1"/>
              <a:t>Abineshwar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9424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65DDC-CF51-CD9F-20E0-23BBAB9BD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4933"/>
            <a:ext cx="5425440" cy="924179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Introduction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BDB83-D157-31E6-5CB3-A0B8B58E0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9112"/>
            <a:ext cx="10515600" cy="2654935"/>
          </a:xfrm>
        </p:spPr>
        <p:txBody>
          <a:bodyPr/>
          <a:lstStyle/>
          <a:p>
            <a:pPr marL="0" indent="0">
              <a:buNone/>
            </a:pPr>
            <a:r>
              <a:rPr lang="en-IN" dirty="0" err="1"/>
              <a:t>CarePlus</a:t>
            </a:r>
            <a:r>
              <a:rPr lang="en-IN" dirty="0"/>
              <a:t> Hospital Appointment Analytics focuses on </a:t>
            </a:r>
            <a:r>
              <a:rPr lang="en-IN" dirty="0" err="1"/>
              <a:t>analyzing</a:t>
            </a:r>
            <a:r>
              <a:rPr lang="en-IN" dirty="0"/>
              <a:t> hospital appointment data to understand </a:t>
            </a:r>
            <a:r>
              <a:rPr lang="en-IN" b="1" dirty="0"/>
              <a:t>patient activity, appointment performance, revenue, and operational efficiency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4762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B70CD-0FCB-C0EB-2DC6-D446ED3E3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7341"/>
            <a:ext cx="10515600" cy="1325563"/>
          </a:xfrm>
        </p:spPr>
        <p:txBody>
          <a:bodyPr/>
          <a:lstStyle/>
          <a:p>
            <a:r>
              <a:rPr lang="en-IN" b="1" dirty="0"/>
              <a:t>Objectives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A4D99-2F63-8C07-052D-F675788D7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 err="1"/>
              <a:t>Analyze</a:t>
            </a:r>
            <a:r>
              <a:rPr lang="en-IN" dirty="0"/>
              <a:t> overall appointment performance</a:t>
            </a:r>
          </a:p>
          <a:p>
            <a:pPr lvl="0"/>
            <a:r>
              <a:rPr lang="en-IN" dirty="0"/>
              <a:t>Identify trends in appointments and revenue</a:t>
            </a:r>
          </a:p>
          <a:p>
            <a:pPr lvl="0"/>
            <a:r>
              <a:rPr lang="en-IN" dirty="0"/>
              <a:t>Understand patient and hospital-related patterns</a:t>
            </a:r>
          </a:p>
          <a:p>
            <a:pPr lvl="0"/>
            <a:r>
              <a:rPr lang="en-IN" dirty="0"/>
              <a:t>Evaluate operational metrics such as wait time and appointment status</a:t>
            </a:r>
          </a:p>
          <a:p>
            <a:pPr lvl="0"/>
            <a:r>
              <a:rPr lang="en-IN" dirty="0"/>
              <a:t>Generate actionable insights to support better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1952666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1E7EF-9F10-1668-DEEC-EDE406318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Dataset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F24CF-451B-5A9D-19C1-37E2E5766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/>
              <a:t>Domain:</a:t>
            </a:r>
            <a:r>
              <a:rPr lang="en-IN" dirty="0"/>
              <a:t> Healthcare / Hospital Appointments</a:t>
            </a:r>
          </a:p>
          <a:p>
            <a:pPr lvl="0"/>
            <a:r>
              <a:rPr lang="en-IN" b="1" dirty="0"/>
              <a:t>Period:</a:t>
            </a:r>
            <a:r>
              <a:rPr lang="en-IN" dirty="0"/>
              <a:t> January – June 2025</a:t>
            </a:r>
          </a:p>
          <a:p>
            <a:pPr lvl="0"/>
            <a:r>
              <a:rPr lang="en-IN" b="1" dirty="0"/>
              <a:t>Appointment Records:</a:t>
            </a:r>
            <a:r>
              <a:rPr lang="en-IN" dirty="0"/>
              <a:t> 808</a:t>
            </a:r>
          </a:p>
          <a:p>
            <a:pPr lvl="0"/>
            <a:r>
              <a:rPr lang="en-IN" dirty="0"/>
              <a:t>Dataset includes these 5 Tables- appointment transactions, hospitals, doctors, departments and holidays</a:t>
            </a:r>
          </a:p>
        </p:txBody>
      </p:sp>
    </p:spTree>
    <p:extLst>
      <p:ext uri="{BB962C8B-B14F-4D97-AF65-F5344CB8AC3E}">
        <p14:creationId xmlns:p14="http://schemas.microsoft.com/office/powerpoint/2010/main" val="158847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AD31F-E00E-98FB-FA4C-94DA8A57B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Tools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475B7-10A5-6733-2D1D-7DB78AA3B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/>
              <a:t>Microsoft Excel</a:t>
            </a:r>
            <a:endParaRPr lang="en-IN" dirty="0"/>
          </a:p>
          <a:p>
            <a:pPr lvl="0"/>
            <a:r>
              <a:rPr lang="en-IN" dirty="0"/>
              <a:t>Formulas &amp; Functions</a:t>
            </a:r>
          </a:p>
          <a:p>
            <a:pPr lvl="0"/>
            <a:r>
              <a:rPr lang="en-IN" dirty="0"/>
              <a:t>PivotTables</a:t>
            </a:r>
          </a:p>
          <a:p>
            <a:pPr lvl="0"/>
            <a:r>
              <a:rPr lang="en-IN" dirty="0"/>
              <a:t>Charts &amp; Visualizations</a:t>
            </a:r>
          </a:p>
          <a:p>
            <a:pPr lvl="0"/>
            <a:r>
              <a:rPr lang="en-IN" dirty="0"/>
              <a:t>Slicers</a:t>
            </a:r>
          </a:p>
          <a:p>
            <a:pPr lvl="0"/>
            <a:r>
              <a:rPr lang="en-IN" dirty="0"/>
              <a:t>Excel Dashboard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1885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6339C-0E6A-FFB4-9081-26BAC1CD3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Cleaning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FC92B-3131-456E-9A10-519EAC9B7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92095"/>
          </a:xfrm>
        </p:spPr>
        <p:txBody>
          <a:bodyPr/>
          <a:lstStyle/>
          <a:p>
            <a:pPr lvl="0"/>
            <a:r>
              <a:rPr lang="en-IN" dirty="0"/>
              <a:t>Checked the dataset for missing and inconsistent values</a:t>
            </a:r>
          </a:p>
          <a:p>
            <a:pPr lvl="0"/>
            <a:r>
              <a:rPr lang="en-IN" dirty="0"/>
              <a:t>Reviewed duplicate appointment records</a:t>
            </a:r>
          </a:p>
          <a:p>
            <a:pPr lvl="0"/>
            <a:r>
              <a:rPr lang="en-IN" dirty="0"/>
              <a:t>Standardized data formats</a:t>
            </a:r>
          </a:p>
          <a:p>
            <a:pPr lvl="0"/>
            <a:r>
              <a:rPr lang="en-IN" dirty="0"/>
              <a:t>Verified appointment, payment, and categorical fields</a:t>
            </a:r>
          </a:p>
          <a:p>
            <a:pPr lvl="0"/>
            <a:r>
              <a:rPr lang="en-IN" dirty="0"/>
              <a:t>Checked the data before performing analysis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8724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C69EB-C1D1-D0D2-C27D-295392670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err="1"/>
              <a:t>CarePlus</a:t>
            </a:r>
            <a:r>
              <a:rPr lang="en-IN" b="1" dirty="0"/>
              <a:t> Hospital Appointment Analytics Dashboard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DF9A5-333E-4606-435A-25DCD2619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Key Performance Indicators</a:t>
            </a:r>
          </a:p>
          <a:p>
            <a:pPr lvl="0"/>
            <a:r>
              <a:rPr lang="en-IN" b="1" dirty="0"/>
              <a:t>Total Revenue:</a:t>
            </a:r>
            <a:r>
              <a:rPr lang="en-IN" dirty="0"/>
              <a:t> ₹671,650</a:t>
            </a:r>
          </a:p>
          <a:p>
            <a:pPr lvl="0"/>
            <a:r>
              <a:rPr lang="en-IN" b="1" dirty="0"/>
              <a:t>Appointments:</a:t>
            </a:r>
            <a:r>
              <a:rPr lang="en-IN" dirty="0"/>
              <a:t> 808</a:t>
            </a:r>
          </a:p>
          <a:p>
            <a:pPr lvl="0"/>
            <a:r>
              <a:rPr lang="en-IN" b="1" dirty="0"/>
              <a:t>Average Wait Time:</a:t>
            </a:r>
            <a:r>
              <a:rPr lang="en-IN" dirty="0"/>
              <a:t> 26.43 minutes</a:t>
            </a:r>
          </a:p>
          <a:p>
            <a:pPr lvl="0"/>
            <a:r>
              <a:rPr lang="en-IN" b="1" dirty="0"/>
              <a:t>Average Rating:</a:t>
            </a:r>
            <a:r>
              <a:rPr lang="en-IN" dirty="0"/>
              <a:t> 3.92 / 5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258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DE1C0C-FFA3-D15F-54AC-F4379BB98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Dashboard Analysis</a:t>
            </a:r>
            <a:br>
              <a:rPr lang="en-IN" b="1" dirty="0"/>
            </a:br>
            <a:endParaRPr lang="en-IN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997B5E60-48FE-577B-1ECE-F31C80F3275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8" r="1758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8D203D-C615-5655-E463-581973BF737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Appointment Status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Monthly Appointment Trends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Revenue Analysis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Department Performance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Hospital / Location Performance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Patient &amp; Payment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0773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A491E2B-EA05-0D4A-7C84-29B7E17D1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Insights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893D7-D776-81BC-2544-983F7D59D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IN" b="1" dirty="0"/>
              <a:t>April</a:t>
            </a:r>
            <a:r>
              <a:rPr lang="en-IN" dirty="0"/>
              <a:t> recorded the highest number of appointments with </a:t>
            </a:r>
            <a:r>
              <a:rPr lang="en-IN" b="1" dirty="0"/>
              <a:t>144 appointments</a:t>
            </a:r>
            <a:endParaRPr lang="en-IN" dirty="0"/>
          </a:p>
          <a:p>
            <a:pPr lvl="0"/>
            <a:r>
              <a:rPr lang="en-IN" b="1" dirty="0"/>
              <a:t>Sunday</a:t>
            </a:r>
            <a:r>
              <a:rPr lang="en-IN" dirty="0"/>
              <a:t> was the busiest day with </a:t>
            </a:r>
            <a:r>
              <a:rPr lang="en-IN" b="1" dirty="0"/>
              <a:t>127 appointments</a:t>
            </a:r>
            <a:endParaRPr lang="en-IN" dirty="0"/>
          </a:p>
          <a:p>
            <a:pPr lvl="0"/>
            <a:r>
              <a:rPr lang="en-IN" b="1" dirty="0"/>
              <a:t>April revenue</a:t>
            </a:r>
            <a:r>
              <a:rPr lang="en-IN" dirty="0"/>
              <a:t> was the highest at </a:t>
            </a:r>
            <a:r>
              <a:rPr lang="en-IN" b="1" dirty="0"/>
              <a:t>₹120,700</a:t>
            </a:r>
            <a:endParaRPr lang="en-IN" dirty="0"/>
          </a:p>
          <a:p>
            <a:pPr lvl="0"/>
            <a:r>
              <a:rPr lang="en-IN" b="1" dirty="0"/>
              <a:t>Cardiology</a:t>
            </a:r>
            <a:r>
              <a:rPr lang="en-IN" dirty="0"/>
              <a:t> had the highest average wait time at approximately </a:t>
            </a:r>
            <a:r>
              <a:rPr lang="en-IN" b="1" dirty="0"/>
              <a:t>51 minutes</a:t>
            </a:r>
            <a:endParaRPr lang="en-IN" dirty="0"/>
          </a:p>
          <a:p>
            <a:pPr lvl="0"/>
            <a:r>
              <a:rPr lang="en-IN" b="1" dirty="0"/>
              <a:t>Neurology</a:t>
            </a:r>
            <a:r>
              <a:rPr lang="en-IN" dirty="0"/>
              <a:t> generated approximately </a:t>
            </a:r>
            <a:r>
              <a:rPr lang="en-IN" b="1" dirty="0"/>
              <a:t>₹113,100 in revenue</a:t>
            </a:r>
            <a:endParaRPr lang="en-IN" dirty="0"/>
          </a:p>
          <a:p>
            <a:pPr lvl="0"/>
            <a:r>
              <a:rPr lang="en-IN" b="1" dirty="0"/>
              <a:t>Trichy</a:t>
            </a:r>
            <a:r>
              <a:rPr lang="en-IN" dirty="0"/>
              <a:t> recorded the highest appointment volume with </a:t>
            </a:r>
            <a:r>
              <a:rPr lang="en-IN" b="1" dirty="0"/>
              <a:t>117 appointments</a:t>
            </a:r>
            <a:endParaRPr lang="en-IN" dirty="0"/>
          </a:p>
          <a:p>
            <a:pPr lvl="0"/>
            <a:r>
              <a:rPr lang="en-IN" b="1" dirty="0"/>
              <a:t>526 appointments</a:t>
            </a:r>
            <a:r>
              <a:rPr lang="en-IN" dirty="0"/>
              <a:t> were completed</a:t>
            </a:r>
          </a:p>
          <a:p>
            <a:pPr lvl="0"/>
            <a:r>
              <a:rPr lang="en-IN" b="1" dirty="0"/>
              <a:t>149 appointments</a:t>
            </a:r>
            <a:r>
              <a:rPr lang="en-IN" dirty="0"/>
              <a:t> were cancelled and </a:t>
            </a:r>
            <a:r>
              <a:rPr lang="en-IN" b="1" dirty="0"/>
              <a:t>133</a:t>
            </a:r>
            <a:r>
              <a:rPr lang="en-IN" dirty="0"/>
              <a:t> were no-shows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67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CE2F3-E2F0-53EE-F9F3-4F26F5CED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Business Observations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7E83D-0389-7765-E36F-652955685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IN" dirty="0"/>
              <a:t>Appointment demand is relatively higher during certain periods, especially </a:t>
            </a:r>
            <a:r>
              <a:rPr lang="en-IN" b="1" dirty="0"/>
              <a:t> Sundays</a:t>
            </a:r>
            <a:endParaRPr lang="en-IN" dirty="0"/>
          </a:p>
          <a:p>
            <a:pPr lvl="0"/>
            <a:r>
              <a:rPr lang="en-IN" dirty="0"/>
              <a:t>Higher patient volume can create additional pressure on hospital operations</a:t>
            </a:r>
          </a:p>
          <a:p>
            <a:pPr lvl="0"/>
            <a:r>
              <a:rPr lang="en-IN" b="1" dirty="0"/>
              <a:t>Cardiology's higher waiting time</a:t>
            </a:r>
            <a:r>
              <a:rPr lang="en-IN" dirty="0"/>
              <a:t> indicates a potential capacity or scheduling challenge</a:t>
            </a:r>
          </a:p>
          <a:p>
            <a:pPr lvl="0"/>
            <a:r>
              <a:rPr lang="en-IN" b="1" dirty="0"/>
              <a:t>Neurology's strong revenue contribution</a:t>
            </a:r>
            <a:r>
              <a:rPr lang="en-IN" dirty="0"/>
              <a:t> makes it an important department to monitor</a:t>
            </a:r>
          </a:p>
          <a:p>
            <a:pPr lvl="0"/>
            <a:r>
              <a:rPr lang="en-IN" dirty="0"/>
              <a:t>Cancelled and no-show appointments represent opportunities to improve appointment utilization</a:t>
            </a:r>
          </a:p>
          <a:p>
            <a:pPr lvl="0"/>
            <a:r>
              <a:rPr lang="en-IN" dirty="0"/>
              <a:t>Appointment patterns can help hospitals plan staff and resources more effectively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3248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895E2-5436-4133-4BC6-77997E7BF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Recommendations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38C7F-CBAE-B3CB-850B-B3BE68AD7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1. Improve Scheduling</a:t>
            </a:r>
          </a:p>
          <a:p>
            <a:pPr marL="0" indent="0">
              <a:buNone/>
            </a:pPr>
            <a:r>
              <a:rPr lang="en-IN" dirty="0"/>
              <a:t>Plan additional staff or appointment slots during high-demand periods such as </a:t>
            </a:r>
            <a:r>
              <a:rPr lang="en-IN" b="1" dirty="0"/>
              <a:t>Sundays.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2. Reduce Waiting Time</a:t>
            </a:r>
          </a:p>
          <a:p>
            <a:pPr marL="0" indent="0">
              <a:buNone/>
            </a:pPr>
            <a:r>
              <a:rPr lang="en-IN" dirty="0"/>
              <a:t>Review </a:t>
            </a:r>
            <a:r>
              <a:rPr lang="en-IN" b="1" dirty="0"/>
              <a:t>Cardiology scheduling and capacity</a:t>
            </a:r>
            <a:r>
              <a:rPr lang="en-IN" dirty="0"/>
              <a:t> to identify ways to reduce patient waiting time.</a:t>
            </a:r>
          </a:p>
          <a:p>
            <a:pPr marL="0" indent="0">
              <a:buNone/>
            </a:pPr>
            <a:r>
              <a:rPr lang="en-IN" b="1" dirty="0"/>
              <a:t>3. Reduce No-Shows</a:t>
            </a:r>
          </a:p>
          <a:p>
            <a:pPr marL="0" indent="0">
              <a:buNone/>
            </a:pPr>
            <a:r>
              <a:rPr lang="en-IN" dirty="0"/>
              <a:t>Use appointment reminders and confirmation messages to reduce missed appointments.</a:t>
            </a:r>
          </a:p>
          <a:p>
            <a:pPr marL="0" indent="0">
              <a:buNone/>
            </a:pPr>
            <a:r>
              <a:rPr lang="en-IN" b="1" dirty="0"/>
              <a:t>4. Improve Appointment Utilization</a:t>
            </a:r>
          </a:p>
          <a:p>
            <a:pPr marL="0" indent="0">
              <a:buNone/>
            </a:pPr>
            <a:r>
              <a:rPr lang="en-IN" dirty="0"/>
              <a:t>Monitor cancellations and no-shows regularly and consider better slot management.</a:t>
            </a:r>
          </a:p>
          <a:p>
            <a:pPr marL="0" indent="0">
              <a:buNone/>
            </a:pPr>
            <a:r>
              <a:rPr lang="en-IN" b="1" dirty="0"/>
              <a:t>5. Monitor Department Performance</a:t>
            </a:r>
          </a:p>
          <a:p>
            <a:pPr marL="0" indent="0">
              <a:buNone/>
            </a:pPr>
            <a:r>
              <a:rPr lang="en-IN" dirty="0"/>
              <a:t>Continue tracking revenue, appointment volume, and waiting time by department to support operational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2387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07695-4BED-8AA8-C6BE-49B19D40D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B976A-E62E-1DD1-9251-EB13C41E5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The analysis provided a clear view of </a:t>
            </a:r>
            <a:r>
              <a:rPr lang="en-IN" b="1" dirty="0"/>
              <a:t>appointment activity, revenue, patient patterns, and operational performance</a:t>
            </a:r>
            <a:r>
              <a:rPr lang="en-IN" dirty="0"/>
              <a:t> at </a:t>
            </a:r>
            <a:r>
              <a:rPr lang="en-IN" dirty="0" err="1"/>
              <a:t>CarePlus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The dashboard helps identify areas that require attention and supports </a:t>
            </a:r>
            <a:r>
              <a:rPr lang="en-IN" b="1" dirty="0"/>
              <a:t>data-driven decision-making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b="1" dirty="0"/>
              <a:t>Key Learning</a:t>
            </a:r>
          </a:p>
          <a:p>
            <a:pPr lvl="0"/>
            <a:r>
              <a:rPr lang="en-IN" dirty="0"/>
              <a:t>Improved my Excel data analysis skills</a:t>
            </a:r>
          </a:p>
          <a:p>
            <a:pPr lvl="0"/>
            <a:r>
              <a:rPr lang="en-IN" dirty="0"/>
              <a:t>Learned to work with real-world business data</a:t>
            </a:r>
          </a:p>
          <a:p>
            <a:pPr lvl="0"/>
            <a:r>
              <a:rPr lang="en-IN" dirty="0"/>
              <a:t>Practiced data cleaning and validation</a:t>
            </a:r>
          </a:p>
          <a:p>
            <a:pPr lvl="0"/>
            <a:r>
              <a:rPr lang="en-IN" dirty="0"/>
              <a:t>Created PivotTables, charts, and an interactive dashboard</a:t>
            </a:r>
          </a:p>
          <a:p>
            <a:pPr lvl="0"/>
            <a:r>
              <a:rPr lang="en-IN" dirty="0"/>
              <a:t>Learned how to convert data findings into business recommendations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554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33918B-2D61-D92A-7C44-55AA850332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Thank You</a:t>
            </a:r>
            <a:br>
              <a:rPr lang="en-IN" b="1" dirty="0"/>
            </a:br>
            <a:endParaRPr lang="en-IN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6A190E5-B2B7-FA40-2219-09F0B4B78F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Questions &amp; Answers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9057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497</Words>
  <Application>Microsoft Office PowerPoint</Application>
  <PresentationFormat>Widescreen</PresentationFormat>
  <Paragraphs>79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CarePlus Hospital Appointment Analytics </vt:lpstr>
      <vt:lpstr>Introduction </vt:lpstr>
      <vt:lpstr>Objectives </vt:lpstr>
      <vt:lpstr>Dataset</vt:lpstr>
      <vt:lpstr>Tools Used</vt:lpstr>
      <vt:lpstr>Data Cleaning</vt:lpstr>
      <vt:lpstr>CarePlus Hospital Appointment Analytics Dashboard</vt:lpstr>
      <vt:lpstr>Dashboard Analysis </vt:lpstr>
      <vt:lpstr>Key Insights</vt:lpstr>
      <vt:lpstr>Business Observations</vt:lpstr>
      <vt:lpstr>Recommendations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BALA ABINESH</dc:creator>
  <cp:lastModifiedBy>BALA ABINESH</cp:lastModifiedBy>
  <cp:revision>1</cp:revision>
  <dcterms:created xsi:type="dcterms:W3CDTF">2026-10-07T14:14:19Z</dcterms:created>
  <dcterms:modified xsi:type="dcterms:W3CDTF">2026-10-07T14:34:58Z</dcterms:modified>
</cp:coreProperties>
</file>